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900" b="0" i="0" u="none" strike="noStrike">
                <a:solidFill>
                  <a:srgbClr val="1E293B"/>
                </a:solidFill>
                <a:latin typeface="Arial"/>
              </a:rPr>
              <a:t>Relative Operation Cost: Max-Heap vs Unsorted List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Insert</c:v>
                  </c:pt>
                  <c:pt idx="1">
                    <c:v>Extract Max</c:v>
                  </c:pt>
                  <c:pt idx="2">
                    <c:v>Build Heap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Unsorted List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Insert</c:v>
                  </c:pt>
                  <c:pt idx="1">
                    <c:v>Extract Max</c:v>
                  </c:pt>
                  <c:pt idx="2">
                    <c:v>Build Heap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5087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Emergency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02920" y="208483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Management System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28163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Demo Guide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27355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2735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O(log 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58568" y="327355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58568" y="32735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014216" y="327355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14216" y="32735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Triage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38587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IV Year  |  CSE  |  AITS Tirupati  | 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4114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|  Python 3.9+  |  Flask 3.0  |  PostgreSQL 14+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26480" y="411480"/>
            <a:ext cx="2651760" cy="4297680"/>
          </a:xfrm>
          <a:prstGeom prst="roundRect">
            <a:avLst>
              <a:gd name="adj" fmla="val 5172"/>
            </a:avLst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858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03136" y="6492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803136" y="1005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Extract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400800" y="1307592"/>
            <a:ext cx="210312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03136" y="17465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803136" y="21031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400800" y="2404872"/>
            <a:ext cx="210312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88036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03136" y="28437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100ms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803136" y="3200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Rebuild Time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400800" y="3502152"/>
            <a:ext cx="210312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13350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Challenge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182880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 hospital emergency rooms, patients arrive in any order — but </a:t>
            </a:r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order ≠ medical urgency.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priority system: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 may wait behind minor cases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decisions are inconsistent between staff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clinical decisions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queue management is slow and error-prone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0" y="114300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280160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30368" y="12344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Priority Logic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230368" y="1527048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run on first-come first-served — a cardiac arrest patient may wait 20+ min behind routine cases.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572000" y="237744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514600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30368" y="24688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 Persistent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230368" y="2761488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restart wipes any in-memory queue. All waiting patient data is lost with no automatic recovery.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572000" y="361188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749040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30368" y="37033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AI-Assisted Triage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230368" y="3995928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relies solely on manual assessment. AI could reduce decision time by ~60% and improve consistency.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Approach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" y="12618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24358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9032" y="12344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Max-Heap Priority Queue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21208" y="1664208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max-heap ensures highest-priority patient is always at root. Insert, extract-max, and update all run in O(log n). Parents always outrank children.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36592" y="109728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01184" y="12618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01184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4358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15584" y="12344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Dual-Write Strategy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937760" y="1664208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writes to PostgreSQL first (source of truth), then updates the in-memory heap (speed layer). Server restart rebuilds heap from DB in &lt; 100 ms.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2852928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" y="30175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463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99923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99032" y="299008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REST API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21208" y="3419856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 across 2 blueprints. Validate → write DB → update heap → audit log → return response. Global 404/405/500 error handlers.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736592" y="2852928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01184" y="30175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901184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99923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815584" y="299008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AI Triage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937760" y="3419856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patient name, age, and condition to Gemini 2.5 Flash. Returns {priority, label, reasoning}. Doctor always has final override. Fallback: Priority 3 on any error.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7889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1704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691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&amp; Extract-Max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192938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O(n) with unsorted list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64408" y="1097280"/>
            <a:ext cx="27889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64408" y="11704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/ 45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64408" y="1691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64408" y="192938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coverage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08776" y="1097280"/>
            <a:ext cx="27889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08776" y="11704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100ms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208776" y="1691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Rebuild from DB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08776" y="192938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server restart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0040" y="2450592"/>
            <a:ext cx="3977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Achievements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2898648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on server restart — DB rebuilds heap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Dual-write pattern: every mutation is atomic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triage with graceful fallback to P3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Wait-time aging prevents starvation every 120 min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in audit_log for every action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0" y="2450592"/>
          <a:ext cx="4251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45 Tests Passing  |  Production-Ready  |  MIT License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0F2D5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996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472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Max-Heap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4632" y="18745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for insert, extract-max, and priority update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73552" y="1353312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0F2D5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49961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95344" y="1472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Dual-Write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38144" y="18745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= source of truth; heap = speed layer; zero data loss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217920" y="1353312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0F2D5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9961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39712" y="1472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382512" y="18745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triage with fallback to P3 on any API error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320040" y="2724912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0F2D5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87121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1832" y="2843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84632" y="32461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 / admit / update / remove logged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273552" y="2724912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0F2D5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287121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95344" y="2843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Starvation Guard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438144" y="32461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every 120 min prevents low-priority wait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217920" y="2724912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0F2D5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871216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39712" y="2843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Tests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382512" y="32461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Integration; full business-logic coverage via pytest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AITS Tirupati  |  B.Tech IV CSE  |  2026  |  github.com/YOUR_USERNAME/hospital-queue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Queue Management System</dc:title>
  <dc:subject>PptxGenJS Presentation</dc:subject>
  <dc:creator>B.Tech III CSE, AITS Tirupati</dc:creator>
  <cp:lastModifiedBy>B.Tech III CSE, AITS Tirupati</cp:lastModifiedBy>
  <cp:revision>1</cp:revision>
  <dcterms:created xsi:type="dcterms:W3CDTF">2026-06-25T02:57:05Z</dcterms:created>
  <dcterms:modified xsi:type="dcterms:W3CDTF">2026-06-25T02:57:05Z</dcterms:modified>
</cp:coreProperties>
</file>